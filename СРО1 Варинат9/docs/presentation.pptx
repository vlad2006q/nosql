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Проблема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Цель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Требования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Redis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Модель данных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Архитектура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Запросы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Тесты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Вывод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