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Хранилище пользовательских сессий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Вариант 9 • Redis Hash и TTL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Цель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Создать учебный модуль хранения пользовательских сессий.</a:t>
            </a:r>
          </a:p>
          <a:p>
            <a:pPr>
              <a:spcAft>
                <a:spcPts val="1400"/>
              </a:spcAft>
              <a:defRPr sz="2100"/>
            </a:pPr>
            <a:r>
              <a:t>Реализовать создание, чтение, продление и завершение сессии.</a:t>
            </a:r>
          </a:p>
          <a:p>
            <a:pPr>
              <a:spcAft>
                <a:spcPts val="1400"/>
              </a:spcAft>
              <a:defRPr sz="2100"/>
            </a:pPr>
            <a:r>
              <a:t>Автоматически удалять просроченные записи с помощью TTL.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Требования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Уникальный ID каждой сессии.</a:t>
            </a:r>
          </a:p>
          <a:p>
            <a:pPr>
              <a:spcAft>
                <a:spcPts val="1400"/>
              </a:spcAft>
              <a:defRPr sz="2100"/>
            </a:pPr>
            <a:r>
              <a:t>Поля сессии хранятся в Redis Hash.</a:t>
            </a:r>
          </a:p>
          <a:p>
            <a:pPr>
              <a:spcAft>
                <a:spcPts val="1400"/>
              </a:spcAft>
              <a:defRPr sz="2100"/>
            </a:pPr>
            <a:r>
              <a:t>TTL назначается при создании и обновляется при продлении.</a:t>
            </a:r>
          </a:p>
          <a:p>
            <a:pPr>
              <a:spcAft>
                <a:spcPts val="1400"/>
              </a:spcAft>
              <a:defRPr sz="2100"/>
            </a:pPr>
            <a:r>
              <a:t>Настройки подключения вынесены в .env.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Архитектура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Пользователь взаимодействует с консольным интерфейсом.</a:t>
            </a:r>
          </a:p>
          <a:p>
            <a:pPr>
              <a:spcAft>
                <a:spcPts val="1400"/>
              </a:spcAft>
              <a:defRPr sz="2100"/>
            </a:pPr>
            <a:r>
              <a:t>SessionStore инкапсулирует операции Redis.</a:t>
            </a:r>
          </a:p>
          <a:p>
            <a:pPr>
              <a:spcAft>
                <a:spcPts val="1400"/>
              </a:spcAft>
              <a:defRPr sz="2100"/>
            </a:pPr>
            <a:r>
              <a:t>Redis хранит ключ session:&lt;session_id&gt; и поля Hash.</a:t>
            </a:r>
          </a:p>
          <a:p>
            <a:pPr>
              <a:spcAft>
                <a:spcPts val="1400"/>
              </a:spcAft>
              <a:defRPr sz="2100"/>
            </a:pPr>
            <a:r>
              <a:t>EXPIRE управляет сроком жизни ключа.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Модель данных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session_id — идентификатор сессии.</a:t>
            </a:r>
          </a:p>
          <a:p>
            <a:pPr>
              <a:spcAft>
                <a:spcPts val="1400"/>
              </a:spcAft>
              <a:defRPr sz="2100"/>
            </a:pPr>
            <a:r>
              <a:t>user_id — идентификатор пользователя.</a:t>
            </a:r>
          </a:p>
          <a:p>
            <a:pPr>
              <a:spcAft>
                <a:spcPts val="1400"/>
              </a:spcAft>
              <a:defRPr sz="2100"/>
            </a:pPr>
            <a:r>
              <a:t>created_at и last_seen — временные метки.</a:t>
            </a:r>
          </a:p>
          <a:p>
            <a:pPr>
              <a:spcAft>
                <a:spcPts val="1400"/>
              </a:spcAft>
              <a:defRPr sz="2100"/>
            </a:pPr>
            <a:r>
              <a:t>metadata и дополнительные поля — контекст сессии.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Основные операции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HSET + EXPIRE — создание.</a:t>
            </a:r>
          </a:p>
          <a:p>
            <a:pPr>
              <a:spcAft>
                <a:spcPts val="1400"/>
              </a:spcAft>
              <a:defRPr sz="2100"/>
            </a:pPr>
            <a:r>
              <a:t>HGETALL — чтение; EXISTS — проверка активности.</a:t>
            </a:r>
          </a:p>
          <a:p>
            <a:pPr>
              <a:spcAft>
                <a:spcPts val="1400"/>
              </a:spcAft>
              <a:defRPr sz="2100"/>
            </a:pPr>
            <a:r>
              <a:t>TTL — остаток времени; EXPIRE — продление.</a:t>
            </a:r>
          </a:p>
          <a:p>
            <a:pPr>
              <a:spcAft>
                <a:spcPts val="1400"/>
              </a:spcAft>
              <a:defRPr sz="2100"/>
            </a:pPr>
            <a:r>
              <a:t>HSET — обновление поля; DEL — logout/revoke.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Тестирование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Тесты используют fakeredis и не требуют запущенного Redis.</a:t>
            </a:r>
          </a:p>
          <a:p>
            <a:pPr>
              <a:spcAft>
                <a:spcPts val="1400"/>
              </a:spcAft>
              <a:defRPr sz="2100"/>
            </a:pPr>
            <a:r>
              <a:t>Проверяются создание, TTL, продление и удаление.</a:t>
            </a:r>
          </a:p>
          <a:p>
            <a:pPr>
              <a:spcAft>
                <a:spcPts val="1400"/>
              </a:spcAft>
              <a:defRPr sz="2100"/>
            </a:pPr>
            <a:r>
              <a:t>Seed-скрипт создаёт 30 синтетических сессий.</a:t>
            </a:r>
          </a:p>
          <a:p>
            <a:pPr>
              <a:spcAft>
                <a:spcPts val="1400"/>
              </a:spcAft>
              <a:defRPr sz="2100"/>
            </a:pPr>
            <a:r>
              <a:t>Demo-скрипт демонстрирует основные запросы.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Безопасность и ограничения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В репозиторий не добавляется .env с секретами.</a:t>
            </a:r>
          </a:p>
          <a:p>
            <a:pPr>
              <a:spcAft>
                <a:spcPts val="1400"/>
              </a:spcAft>
              <a:defRPr sz="2100"/>
            </a:pPr>
            <a:r>
              <a:t>Тестовые данные синтетические.</a:t>
            </a:r>
          </a:p>
          <a:p>
            <a:pPr>
              <a:spcAft>
                <a:spcPts val="1400"/>
              </a:spcAft>
              <a:defRPr sz="2100"/>
            </a:pPr>
            <a:r>
              <a:t>Для production нужны TLS/ACL, безопасные cookie, CSRF-защита и мониторинг.</a:t>
            </a:r>
          </a:p>
          <a:p>
            <a:pPr>
              <a:spcAft>
                <a:spcPts val="1400"/>
              </a:spcAft>
              <a:defRPr sz="2100"/>
            </a:pPr>
            <a:r>
              <a:t>Поиск через SCAN оставлен для учебной демонстрации.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Итоги и демонстрация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Установить зависимости и запустить Redis Server.</a:t>
            </a:r>
          </a:p>
          <a:p>
            <a:pPr>
              <a:spcAft>
                <a:spcPts val="1400"/>
              </a:spcAft>
              <a:defRPr sz="2100"/>
            </a:pPr>
            <a:r>
              <a:t>Выполнить seed.py и demo_queries.py.</a:t>
            </a:r>
          </a:p>
          <a:p>
            <a:pPr>
              <a:spcAft>
                <a:spcPts val="1400"/>
              </a:spcAft>
              <a:defRPr sz="2100"/>
            </a:pPr>
            <a:r>
              <a:t>Запустить pytest и показать результаты.</a:t>
            </a:r>
          </a:p>
          <a:p>
            <a:pPr>
              <a:spcAft>
                <a:spcPts val="1400"/>
              </a:spcAft>
              <a:defRPr sz="2100"/>
            </a:pPr>
            <a:r>
              <a:t>ФИО, группу и скриншоты фактического запуска добавляет студент.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